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27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Jeep Cherokee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 2015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2468880"/>
            <a:ext cx="457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60604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Title: </a:t>
            </a: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and Ethical Issues
</a:t>
            </a:r>
            <a:r>
              <a:rPr lang="en-US" sz="1100" b="1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Code: </a:t>
            </a: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CS5071NT
</a:t>
            </a:r>
            <a:r>
              <a:rPr lang="en-US" sz="1100" b="1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Katuwal
</a:t>
            </a:r>
            <a:r>
              <a:rPr lang="en-US" sz="1100" b="1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Met ID: </a:t>
            </a: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24045922
</a:t>
            </a:r>
            <a:r>
              <a:rPr lang="en-US" sz="1100" b="1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ID: </a:t>
            </a: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np05cp4a240306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274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AF112-6ED4-2082-D2E6-AA33C2C68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435" y="225719"/>
            <a:ext cx="2996946" cy="1743121"/>
          </a:xfrm>
          <a:prstGeom prst="rect">
            <a:avLst/>
          </a:prstGeom>
        </p:spPr>
      </p:pic>
      <p:pic>
        <p:nvPicPr>
          <p:cNvPr id="12" name="image1.png">
            <a:extLst>
              <a:ext uri="{FF2B5EF4-FFF2-40B4-BE49-F238E27FC236}">
                <a16:creationId xmlns:a16="http://schemas.microsoft.com/office/drawing/2014/main" id="{AC289E57-2316-154D-0C2E-94890229D23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327435" y="2990088"/>
            <a:ext cx="2905125" cy="121094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F9F0F0"/>
          </a:solidFill>
          <a:ln w="12700">
            <a:solidFill>
              <a:srgbClr val="F9F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0116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0" y="457200"/>
            <a:ext cx="621792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475488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and Background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161288"/>
            <a:ext cx="6217920" cy="548640"/>
          </a:xfrm>
          <a:prstGeom prst="rect">
            <a:avLst/>
          </a:prstGeom>
          <a:solidFill>
            <a:srgbClr val="FDF6F6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179576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Social Issues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865376"/>
            <a:ext cx="621792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883664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Ethical Issues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2569464"/>
            <a:ext cx="6217920" cy="548640"/>
          </a:xfrm>
          <a:prstGeom prst="rect">
            <a:avLst/>
          </a:prstGeom>
          <a:solidFill>
            <a:srgbClr val="FDF6F6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587752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Legal Issues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3273552"/>
            <a:ext cx="621792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291840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Professional Issues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3977640"/>
            <a:ext cx="6217920" cy="548640"/>
          </a:xfrm>
          <a:prstGeom prst="rect">
            <a:avLst/>
          </a:prstGeom>
          <a:solidFill>
            <a:srgbClr val="FDF6F6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995928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 and Personal Reflection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F9F0F0"/>
          </a:solidFill>
          <a:ln w="12700">
            <a:solidFill>
              <a:srgbClr val="F9F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834640" y="320040"/>
            <a:ext cx="6035040" cy="960120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320040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347472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vehicles have evolved from mechanical devices to advanced computer systems with wireless connectivity and remote control capabilities.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1417320"/>
            <a:ext cx="6035040" cy="960120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417320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444752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July 2015, security researchers Charlie Miller (ex-NSA) and Chris Valasek remotely hacked a Jeep Cherokee on a St. Louis highway via the Uconnect infotainment system.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34640" y="2514600"/>
            <a:ext cx="6035040" cy="960120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514600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542032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Uconnect system connects via Sprint cellular network. Researchers exploited firmware vulnerabilities to access the CAN bus, controlling steering, brakes, and engine.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34640" y="3611880"/>
            <a:ext cx="6035040" cy="960120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3611880"/>
            <a:ext cx="6400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639312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incident exposed critical vulnerabilities in connected vehicle systems and triggered automotive industry reforms and regulatory attention.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F9F0F0"/>
          </a:solidFill>
          <a:ln w="12700">
            <a:solidFill>
              <a:srgbClr val="F9F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88920" y="201168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88920" y="201168"/>
            <a:ext cx="548640" cy="859536"/>
          </a:xfrm>
          <a:prstGeom prst="rect">
            <a:avLst/>
          </a:prstGeom>
          <a:solidFill>
            <a:srgbClr val="F5C6C6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30175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01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2194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of Public Trust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475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consumers concerned about connected vehicle security (KPMG, 2016); 51% less likely to buy autonomous vehicles after cybersecurity incidents.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88920" y="1152144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152144"/>
            <a:ext cx="548640" cy="859536"/>
          </a:xfrm>
          <a:prstGeom prst="rect">
            <a:avLst/>
          </a:prstGeom>
          <a:solidFill>
            <a:srgbClr val="F5C6C6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252728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1704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and Physical Harm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42646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breach could cause physical injuries or deaths. WHO reports 1.35M road deaths annually — remote hacking amplifies this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88920" y="2103120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2103120"/>
            <a:ext cx="548640" cy="859536"/>
          </a:xfrm>
          <a:prstGeom prst="rect">
            <a:avLst/>
          </a:prstGeom>
          <a:solidFill>
            <a:srgbClr val="F5C6C6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203704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1214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and Surveillance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237744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Uconnect collects GPS, driving behavior, diagnostics. Mozilla (2022): 25 manufacturers collect and sell user data without adequate transparency.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88920" y="3054096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88920" y="3054096"/>
            <a:ext cx="548640" cy="859536"/>
          </a:xfrm>
          <a:prstGeom prst="rect">
            <a:avLst/>
          </a:prstGeom>
          <a:solidFill>
            <a:srgbClr val="F5C6C6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31546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0723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Smart Services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32841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created societal anxiety about digitizing physical infrastructure, potentially slowing innovation and triggering reactive regulation.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88920" y="4005072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4005072"/>
            <a:ext cx="548640" cy="859536"/>
          </a:xfrm>
          <a:prstGeom prst="rect">
            <a:avLst/>
          </a:prstGeom>
          <a:solidFill>
            <a:srgbClr val="F5C6C6"/>
          </a:solidFill>
          <a:ln w="12700">
            <a:solidFill>
              <a:srgbClr val="F5C6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410565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29000" y="40233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Society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29000" y="427939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inadequate regulatory systems. No federal cybersecurity standards existed — millions of vehicles deployed with vulnerabilities, burden shifted to public.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F9F0F0"/>
          </a:solidFill>
          <a:ln w="12700">
            <a:solidFill>
              <a:srgbClr val="F9F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88920" y="201168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30175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301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29000" y="2194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Hacking Ethically Justified?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475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 view: exposure triggered recall and regulation, preventing future harm. However, conducting the demo on a live highway risked innocent motorists unnecessarily.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152144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252728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1704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Disclosure vs Public Demonstration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42646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Deontological view: hacking without Fiat Chrysler's permission violated property rights. Short disclosure window left millions exposed to potential attacks.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88920" y="2103120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2203704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1214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Ethical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37744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Chrysler was negligent in deploying vehicles with known security gaps. Ethical duty to produce safe technology — prior research had already identified vulnerabilities (Checkoway, 2011).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3054096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1546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0723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Human Life and Ethical Consent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32841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Greenberg consented, but millions of Jeep owners did not. They were exposed to unintentional risk from both researchers and the manufacturer (Baase, 2016).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88920" y="4005072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410565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40233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of Technical Knowledge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427939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Wired's publication of technical details enabled replication by malicious actors. ACM (2018): computing professionals must carefully evaluate threats before disclosing vulnerabilities.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F9F0F0"/>
          </a:solidFill>
          <a:ln w="12700">
            <a:solidFill>
              <a:srgbClr val="F9F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88920" y="201168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30175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301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29000" y="2194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CFAA – 18 U.S.C. § 1030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475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Uconnect qualifies as a protected computer. Unauthorized access is criminal. This case sparked DOJ's 2022 'good faith security research' clarification guidelines.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152144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252728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1704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and Privacy Law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42646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Act bans deceptive data practices. GDPR prohibits location data collection without consent. Uconnect exposed personal GPS and driving data to potential misuse.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88920" y="2103120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2203704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1214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 Safety Recall – 49 U.S.C. § 30118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37744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 mandated recall of 1.4 million Fiat Chrysler vehicles and imposed a $105 million fine, establishing that software vulnerabilities are vehicle safety defects.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3054096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1546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0723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Act § 5 – Unfair/Deceptive Practices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32841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failed to notify customers about known vulnerabilities. FTC precedents (TRENDnet, Wyndham) confirm liability for inadequate cybersecurity safeguards.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88920" y="4005072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410565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40233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Security Research Exemption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427939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Copyright Office (2015) granted exemption permitting security research of software-embedded systems like motor vehicles, acknowledging the public utility of such research.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F9F0F0"/>
          </a:solidFill>
          <a:ln w="12700">
            <a:solidFill>
              <a:srgbClr val="F9F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88920" y="201168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30175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301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29000" y="2194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of Security Researchers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475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Code: 'avoid harm' and act for public welfare. BCS Code: 'give due regard to health, safety and well-being.' Conducting demo on a public highway violated these standards.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1152144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252728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1704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of Fiat Chrysler (FCA)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42646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Code: engineers must prioritize public safety, health, and welfare. FCA failed to conduct adequate security testing, threat modeling, and penetration testing before release.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88920" y="2103120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2203704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203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1214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to Protect Public Safety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37744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practices at FCA fell short of professional standards for safety-critical systems. Proper identification of security flaws during development could have prevented all risks.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88920" y="3054096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1546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29000" y="30723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Prohibition on Unauthorized Access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32841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Principle 2.8: access computing resources only when authorized or justified by public good. Unauthorized access must ensure minimum harm and inform relevant parties.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88920" y="4005072"/>
            <a:ext cx="6080760" cy="859536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410565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40233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Responsible Disclosure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427939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Code, Section 2: professionals must notify authorities of danger. Miller and Valasek did follow disclosure, but the live highway demonstration raised questions about unnecessary public risk.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F9F0F0"/>
          </a:solidFill>
          <a:ln w="12700">
            <a:solidFill>
              <a:srgbClr val="F9F0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37160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108960" y="274320"/>
            <a:ext cx="5760720" cy="804672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27432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30175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2015 Jeep Cherokee hack was a major turning point in connected vehicle cybersecurity, demonstrating that Internet-connectivity can present significant safety risks without proper design.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188720"/>
            <a:ext cx="5760720" cy="804672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18872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1615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highlighted the need for ethical conduct and professional responsibility in computing and engineering, from responsible disclosure to security-by-design principles.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2103120"/>
            <a:ext cx="5760720" cy="804672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0312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3055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security measures, ethical oversight, and regular audits are crucial for modern connected vehicle systems.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3017520"/>
            <a:ext cx="5760720" cy="804672"/>
          </a:xfrm>
          <a:prstGeom prst="rect">
            <a:avLst/>
          </a:prstGeom>
          <a:solidFill>
            <a:srgbClr val="FDE8E8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301752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04495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Reflection: Ethical responsibility in cybersecurity requires a multi-stakeholder view. Security must be built in from the start, not bolted on later.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3931920"/>
            <a:ext cx="5760720" cy="804672"/>
          </a:xfrm>
          <a:prstGeom prst="rect">
            <a:avLst/>
          </a:prstGeom>
          <a:solidFill>
            <a:srgbClr val="FDF3F3"/>
          </a:solidFill>
          <a:ln w="12700">
            <a:solidFill>
              <a:srgbClr val="F0DA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3931920"/>
            <a:ext cx="54864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959352"/>
            <a:ext cx="5394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Miller and Valasek raised a critical issue, the live highway demo was irresponsible. FCA's deployment without adequate safeguards demonstrated corporate negligence.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371600" y="3566160"/>
            <a:ext cx="2286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0" y="1920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03520" y="3108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Katuwal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24045922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959</Words>
  <Application>Microsoft Office PowerPoint</Application>
  <PresentationFormat>On-screen Show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Jeep Cherokee Hack - Professional and Ethical Issues</dc:title>
  <dc:subject>PptxGenJS Presentation</dc:subject>
  <dc:creator>PptxGenJS</dc:creator>
  <cp:lastModifiedBy>Manoj KC</cp:lastModifiedBy>
  <cp:revision>2</cp:revision>
  <dcterms:created xsi:type="dcterms:W3CDTF">2026-05-13T16:54:17Z</dcterms:created>
  <dcterms:modified xsi:type="dcterms:W3CDTF">2026-05-13T17:17:38Z</dcterms:modified>
</cp:coreProperties>
</file>